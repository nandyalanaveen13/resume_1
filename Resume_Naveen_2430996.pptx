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86B1-45C0-1A8F-2BC9-D10A75F80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9FD22-C7E8-6B36-3B5D-F93F73BC8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84E2B-E853-AFED-74BB-0FF76A46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0ACFF-261A-C1C7-97BC-B339A7E0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58A6F-B114-EF33-BC7C-0FA180A9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7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1F19-D27E-4CBC-68A1-F89B6A94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BAF62-BFA1-1195-A49D-6F51A7B3C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72EDD-E0E0-B9D1-D8E2-B0F248CF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80E2C-ACAD-E092-25BA-D1B250BA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2FBB-9FDB-8194-2B1C-D0A239F2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6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074C-AE7B-2E8B-CED7-6C2181778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9B85D-93DB-7A4A-B367-B46F3F80F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9483C-6D39-5519-FDC2-1D6FDB356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8FE6-7E10-74D4-D3A9-78060F9E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18900-3508-30F0-B75F-0A6583103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1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92AA3-F232-79C9-49B5-DB010F44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201D6-7BD5-E0F3-859B-CAD4D935C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C8CE8-28EF-D446-0611-711D0F4CD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B1285-4668-0653-1798-CA95FB7A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0780C-BC0E-41AE-5F18-41CF6701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2A249-6269-505E-C219-BD5A8FCA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02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6065F-DA3C-BF90-B4D1-C7611755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A72A4-8600-3270-121C-F94B6F0D3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D2F78-D85E-DE9C-C8CC-0E8448513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8F35C-8501-EC94-38B1-3F9C2B2BA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DBA09-D46A-7647-8168-AADCA2F12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2E37A-5C26-40EF-29D0-3B77BBC3E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E6F9C9-3316-713C-9435-B1AEE6457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06C65-6868-8588-03A2-2D0A2CDD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01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F694-BC61-D95C-ADD0-4ACC5C2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33777A-F09B-8391-4CFE-E501BC1A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40358-00D5-C01A-51D4-307B877F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6517D-B5B8-30AA-4D25-F9374764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22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13B71-48ED-BF1B-EC29-AE42BC3BA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965C3-CDF7-28E0-3E0E-4EB2F555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BFAEE-B3DF-729D-D5C5-A32C6C02E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72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EAE8-4DF2-0BC3-5882-6CBBE31D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6FF30-EDA0-60B8-E5A8-C9A0C8677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DA101-3CA5-744A-8744-0A61FEC61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54355-D29C-ABBF-CA5A-E8EAC7F43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8D6C-365D-C2C3-F2E6-7F96C3BB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A3750-42FD-C363-E82A-FE2D9D938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2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72661-BF13-0D51-8BDE-33127C3F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2B79A2-832F-71D5-1279-9B60B2EF6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1A03A-D839-E4B6-5A93-29F9A8483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2D8A1-02CB-28DC-4CEA-17B1CF69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AAA7F-6EAE-E437-2103-CCA8E51D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86A3B-5F0D-ADC0-291C-6E9BCB54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5040-9F50-9195-3641-CEBA10E1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117EB-620A-0E04-041E-BB654D8E0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8ADF2-72D9-10E0-0881-7EF2C65E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44D79-1E11-E4DC-944B-4B171AA9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753DD-210E-64ED-6267-F40A9318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18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3A964-D4C8-5698-94E2-CAED2DECC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0FFF8-6091-1041-FF3D-7C1F4253A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61F03-9B98-CB86-066B-70E37B99C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EC5D1-C588-5C0D-671C-A6DE3866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6D66C-6BBA-CAFA-50CD-29E5619B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12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90F7D8-BA77-67A5-9673-AA352C1D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92A91-EFE3-D623-9BC3-906544A2A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16C2C-0300-1BD5-2D16-BB63E5C06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5C9F3-4BA7-4694-8AB3-2B229346A36B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CBB95-27AB-3A65-26E0-38323ED47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C2256-AFF1-1614-7F8E-39BB3231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C76AE-3F34-498D-9C75-7936073C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90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00D9A-EAA3-7C0E-7073-6D9914623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517263-764E-96CF-D37F-9E67F115357E}"/>
              </a:ext>
            </a:extLst>
          </p:cNvPr>
          <p:cNvSpPr/>
          <p:nvPr/>
        </p:nvSpPr>
        <p:spPr>
          <a:xfrm>
            <a:off x="2505163" y="4388371"/>
            <a:ext cx="9144000" cy="1292662"/>
          </a:xfrm>
          <a:prstGeom prst="rect">
            <a:avLst/>
          </a:prstGeom>
        </p:spPr>
        <p:txBody>
          <a:bodyPr wrap="square" lIns="0" tIns="0" rIns="0" bIns="0" numCol="1" anchor="t" anchorCtr="0">
            <a:spAutoFit/>
          </a:bodyPr>
          <a:lstStyle/>
          <a:p>
            <a:r>
              <a:rPr lang="en-US" sz="1200" dirty="0"/>
              <a:t>Testing Skills               	Accessibility Testing, SDLC</a:t>
            </a:r>
          </a:p>
          <a:p>
            <a:r>
              <a:rPr lang="en-US" sz="1200" dirty="0"/>
              <a:t>Skills                                            Java, MySQL, HTML, CSS, Java Script.</a:t>
            </a:r>
          </a:p>
          <a:p>
            <a:r>
              <a:rPr lang="en-US" sz="1200" dirty="0"/>
              <a:t>Algorithms                                 Machine learning.</a:t>
            </a:r>
            <a:endParaRPr lang="en-IN" sz="1200" dirty="0"/>
          </a:p>
          <a:p>
            <a:r>
              <a:rPr lang="en-US" sz="1200" dirty="0"/>
              <a:t>Tools                                         </a:t>
            </a:r>
            <a:r>
              <a:rPr lang="en-US" sz="1200" b="1" dirty="0"/>
              <a:t>  </a:t>
            </a:r>
            <a:r>
              <a:rPr lang="en-US" sz="1200" dirty="0"/>
              <a:t>GitHub , Postman client.</a:t>
            </a:r>
          </a:p>
          <a:p>
            <a:r>
              <a:rPr lang="en-IN" sz="1200" dirty="0"/>
              <a:t>Accessibility-Domain                Aria features, WCAG Guidelines, WAI Patterns.</a:t>
            </a:r>
          </a:p>
          <a:p>
            <a:r>
              <a:rPr lang="en-US" sz="1200" dirty="0"/>
              <a:t>Test Management Tools</a:t>
            </a:r>
            <a:r>
              <a:rPr lang="en-US" sz="1200" b="1" dirty="0"/>
              <a:t>       	</a:t>
            </a:r>
            <a:r>
              <a:rPr lang="en-US" sz="1200" dirty="0"/>
              <a:t>NVDA, Talk Back, Accessibility Scanner(Android).</a:t>
            </a:r>
            <a:endParaRPr lang="en-IN" sz="1200" dirty="0"/>
          </a:p>
          <a:p>
            <a:r>
              <a:rPr lang="en-US" sz="1200" dirty="0"/>
              <a:t>Operating System</a:t>
            </a:r>
            <a:r>
              <a:rPr lang="en-US" sz="1200" b="1" dirty="0"/>
              <a:t>                   	</a:t>
            </a:r>
            <a:r>
              <a:rPr lang="en-US" sz="1200" dirty="0"/>
              <a:t>Windows</a:t>
            </a:r>
            <a:endParaRPr lang="en-IN" sz="1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EBF245-F3A7-5BD3-77AE-30E4C0B76747}"/>
              </a:ext>
            </a:extLst>
          </p:cNvPr>
          <p:cNvSpPr txBox="1">
            <a:spLocks/>
          </p:cNvSpPr>
          <p:nvPr/>
        </p:nvSpPr>
        <p:spPr>
          <a:xfrm>
            <a:off x="2376408" y="1212301"/>
            <a:ext cx="4823016" cy="56352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Associate ID:   2430996                </a:t>
            </a: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|  +91 7674808920 </a:t>
            </a:r>
          </a:p>
          <a:p>
            <a:pPr>
              <a:lnSpc>
                <a:spcPct val="100000"/>
              </a:lnSpc>
            </a:pP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Google Shape;605;p75">
            <a:extLst>
              <a:ext uri="{FF2B5EF4-FFF2-40B4-BE49-F238E27FC236}">
                <a16:creationId xmlns:a16="http://schemas.microsoft.com/office/drawing/2014/main" id="{34DBFA7C-861C-730A-CBC0-008DAD6DB324}"/>
              </a:ext>
            </a:extLst>
          </p:cNvPr>
          <p:cNvSpPr txBox="1"/>
          <p:nvPr/>
        </p:nvSpPr>
        <p:spPr>
          <a:xfrm>
            <a:off x="342364" y="2466386"/>
            <a:ext cx="1847841" cy="3274013"/>
          </a:xfrm>
          <a:prstGeom prst="rect">
            <a:avLst/>
          </a:prstGeom>
          <a:noFill/>
          <a:ln w="9525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numCol="1" anchor="t" anchorCtr="0">
            <a:noAutofit/>
          </a:bodyPr>
          <a:lstStyle/>
          <a:p>
            <a:pPr marL="0" marR="18412" lvl="1" defTabSz="976683">
              <a:buClr>
                <a:schemeClr val="tx1">
                  <a:lumMod val="75000"/>
                  <a:lumOff val="25000"/>
                </a:schemeClr>
              </a:buClr>
              <a:buSzPct val="125000"/>
            </a:pPr>
            <a:r>
              <a:rPr lang="fr-FR" sz="1000" b="1" dirty="0">
                <a:solidFill>
                  <a:srgbClr val="0034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Area of </a:t>
            </a:r>
            <a:r>
              <a:rPr lang="fr-FR" sz="1000" b="1" dirty="0" err="1">
                <a:solidFill>
                  <a:srgbClr val="0034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Competency</a:t>
            </a:r>
            <a:endParaRPr lang="fr-FR" sz="1000" b="1" dirty="0">
              <a:solidFill>
                <a:srgbClr val="0034A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  <a:p>
            <a:pPr marL="0" marR="18412" lvl="1" defTabSz="976683">
              <a:buClr>
                <a:schemeClr val="tx1">
                  <a:lumMod val="75000"/>
                  <a:lumOff val="25000"/>
                </a:schemeClr>
              </a:buClr>
              <a:buSzPct val="125000"/>
            </a:pPr>
            <a:endParaRPr lang="fr-FR" sz="1000" b="1" dirty="0">
              <a:solidFill>
                <a:srgbClr val="0034A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  <a:p>
            <a:pPr marL="171450" marR="18412" lvl="1" indent="-171450" defTabSz="976683"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/>
              <a:t>Developed a Employee Management System using HTML, CSS , Java Script , java and SQL .</a:t>
            </a:r>
          </a:p>
          <a:p>
            <a:pPr marL="171450" marR="18412" lvl="1" indent="-171450" defTabSz="976683"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/>
              <a:t>Developed a secure machine learning-based system an Online Voting System using OpenCV and KNN algorithm for real-time Face Recognition.</a:t>
            </a:r>
          </a:p>
          <a:p>
            <a:pPr marL="171450" marR="18412" lvl="1" indent="-171450" defTabSz="976683"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/>
              <a:t>Conducting accessibility testing using tools like NVDA, Talk Back, and Accessibility Scanner to validate compliance.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991134-C558-A9F6-FF2E-029CFEC7D1CD}"/>
              </a:ext>
            </a:extLst>
          </p:cNvPr>
          <p:cNvSpPr txBox="1">
            <a:spLocks/>
          </p:cNvSpPr>
          <p:nvPr/>
        </p:nvSpPr>
        <p:spPr>
          <a:xfrm>
            <a:off x="2505163" y="3081141"/>
            <a:ext cx="6675134" cy="56352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200" dirty="0">
              <a:solidFill>
                <a:srgbClr val="0034A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7A9C9E-973B-5A1F-A02A-EF728B3AF387}"/>
              </a:ext>
            </a:extLst>
          </p:cNvPr>
          <p:cNvCxnSpPr/>
          <p:nvPr/>
        </p:nvCxnSpPr>
        <p:spPr>
          <a:xfrm>
            <a:off x="702468" y="6687881"/>
            <a:ext cx="9829800" cy="0"/>
          </a:xfrm>
          <a:prstGeom prst="line">
            <a:avLst/>
          </a:prstGeom>
          <a:ln w="95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D3EA68-369C-E2CC-8EB9-A5A6F290552D}"/>
              </a:ext>
            </a:extLst>
          </p:cNvPr>
          <p:cNvSpPr txBox="1"/>
          <p:nvPr/>
        </p:nvSpPr>
        <p:spPr>
          <a:xfrm>
            <a:off x="249660" y="207793"/>
            <a:ext cx="2403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18412" lvl="1" defTabSz="976683">
              <a:spcAft>
                <a:spcPts val="600"/>
              </a:spcAft>
              <a:buClr>
                <a:prstClr val="black"/>
              </a:buClr>
              <a:buSzPts val="800"/>
            </a:pPr>
            <a:r>
              <a:rPr lang="fr-FR" sz="1200" b="1" dirty="0">
                <a:solidFill>
                  <a:srgbClr val="0034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CC28-1085-98F5-6968-3146F0E6DA55}"/>
              </a:ext>
            </a:extLst>
          </p:cNvPr>
          <p:cNvSpPr txBox="1"/>
          <p:nvPr/>
        </p:nvSpPr>
        <p:spPr>
          <a:xfrm>
            <a:off x="2279442" y="1404517"/>
            <a:ext cx="84439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Profile:</a:t>
            </a:r>
            <a:r>
              <a:rPr lang="en-IN" b="1" dirty="0"/>
              <a:t> 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/>
              <a:t>Passionate about learning, building, and improving through hands-on project experience and continuous exploration of new technologies.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Mainly worked on Web Development and Foundation in Java ,Oops.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Knowledge on Machine Learning Algorithms.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Currently contributing to Moment Accessibility initiatives, ensuring digital inclusivity through compliance testing.</a:t>
            </a:r>
          </a:p>
          <a:p>
            <a:endParaRPr lang="en-US" sz="1200" dirty="0"/>
          </a:p>
          <a:p>
            <a:pPr marL="171450" indent="-171450">
              <a:buFontTx/>
              <a:buChar char="-"/>
            </a:pPr>
            <a:endParaRPr lang="en-US" sz="1200" dirty="0"/>
          </a:p>
          <a:p>
            <a:r>
              <a:rPr lang="en-US" sz="1200" b="1" dirty="0"/>
              <a:t>Educational Qualification</a:t>
            </a:r>
            <a:r>
              <a:rPr lang="en-US" sz="1200" dirty="0"/>
              <a:t>:</a:t>
            </a:r>
          </a:p>
          <a:p>
            <a:r>
              <a:rPr lang="en-US" sz="1200" dirty="0" err="1"/>
              <a:t>B.tech</a:t>
            </a:r>
            <a:r>
              <a:rPr lang="en-US" sz="1200" dirty="0"/>
              <a:t> in Computer Science and Engineering  2021-2025</a:t>
            </a:r>
          </a:p>
          <a:p>
            <a:r>
              <a:rPr lang="en-US" sz="1200" dirty="0" err="1"/>
              <a:t>Kalasalingam</a:t>
            </a:r>
            <a:r>
              <a:rPr lang="en-US" sz="1200" dirty="0"/>
              <a:t> Academy of Research and Education , Krishnan Kovil, </a:t>
            </a:r>
            <a:r>
              <a:rPr lang="en-US" sz="1200" dirty="0" err="1"/>
              <a:t>TamilNadu</a:t>
            </a:r>
            <a:r>
              <a:rPr lang="en-US" sz="1200" dirty="0"/>
              <a:t>.</a:t>
            </a:r>
          </a:p>
          <a:p>
            <a:r>
              <a:rPr lang="en-US" sz="1200" dirty="0"/>
              <a:t>CGPA: 8.07</a:t>
            </a:r>
          </a:p>
          <a:p>
            <a:endParaRPr lang="en-US" sz="1200" dirty="0"/>
          </a:p>
        </p:txBody>
      </p:sp>
      <p:pic>
        <p:nvPicPr>
          <p:cNvPr id="11" name="Picture 10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2B9DBF47-9C20-87D8-28C2-630962B38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8450" y="6334125"/>
            <a:ext cx="1733550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DB5355-DD2A-2735-1E2D-8513BCD29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710266"/>
              </p:ext>
            </p:extLst>
          </p:nvPr>
        </p:nvGraphicFramePr>
        <p:xfrm>
          <a:off x="2505163" y="3976043"/>
          <a:ext cx="4044950" cy="2546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44950">
                  <a:extLst>
                    <a:ext uri="{9D8B030D-6E8A-4147-A177-3AD203B41FA5}">
                      <a16:colId xmlns:a16="http://schemas.microsoft.com/office/drawing/2014/main" val="1119335676"/>
                    </a:ext>
                  </a:extLst>
                </a:gridCol>
              </a:tblGrid>
              <a:tr h="254697">
                <a:tc>
                  <a:txBody>
                    <a:bodyPr/>
                    <a:lstStyle/>
                    <a:p>
                      <a:pPr algn="l" fontAlgn="base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Technical &amp; Domain Skills:</a:t>
                      </a:r>
                      <a:r>
                        <a:rPr lang="en-IN" sz="1000" dirty="0">
                          <a:effectLst/>
                        </a:rPr>
                        <a:t> 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6157486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175FE25B-6ED0-8194-F69D-080F443D4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131" y="4822496"/>
            <a:ext cx="61529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 descr="A person with a mustache">
            <a:extLst>
              <a:ext uri="{FF2B5EF4-FFF2-40B4-BE49-F238E27FC236}">
                <a16:creationId xmlns:a16="http://schemas.microsoft.com/office/drawing/2014/main" id="{D37DF6CB-62D8-2CB1-279E-F3EBC635C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64" y="512886"/>
            <a:ext cx="1300169" cy="147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2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209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Lato</vt:lpstr>
      <vt:lpstr>Times New Roman</vt:lpstr>
      <vt:lpstr>Office Theme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Afshan Jabeena, Mohammed (Cognizant)</dc:creator>
  <cp:lastModifiedBy>Nandyala, Naveen (Cognizant)</cp:lastModifiedBy>
  <cp:revision>6</cp:revision>
  <dcterms:created xsi:type="dcterms:W3CDTF">2023-07-24T12:06:18Z</dcterms:created>
  <dcterms:modified xsi:type="dcterms:W3CDTF">2025-10-09T03:19:51Z</dcterms:modified>
</cp:coreProperties>
</file>